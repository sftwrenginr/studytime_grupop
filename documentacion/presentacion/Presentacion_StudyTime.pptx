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dcc470eee0b4046" /><Relationship Type="http://schemas.openxmlformats.org/officeDocument/2006/relationships/extended-properties" Target="/docProps/app.xml" Id="Rb5ae2bf3d77e4b2e" /><Relationship Type="http://schemas.openxmlformats.org/officeDocument/2006/relationships/officeDocument" Target="/ppt/presentation.xml" Id="Rf9910fe2f8d84c2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46b87bd03514df3"/>
  </p:sldMasterIdLst>
  <p:notesMasterIdLst>
    <p:notesMasterId xmlns:r="http://schemas.openxmlformats.org/officeDocument/2006/relationships" r:id="Rfba00cbe3f6c47b3"/>
  </p:notesMasterIdLst>
  <p:sldIdLst>
    <p:sldId xmlns:r="http://schemas.openxmlformats.org/officeDocument/2006/relationships" id="256" r:id="R9b6ffd816aa348dd"/>
    <p:sldId xmlns:r="http://schemas.openxmlformats.org/officeDocument/2006/relationships" id="257" r:id="Rf0f314e078644ff7"/>
    <p:sldId xmlns:r="http://schemas.openxmlformats.org/officeDocument/2006/relationships" id="258" r:id="R2e5a6cbaea774c42"/>
    <p:sldId xmlns:r="http://schemas.openxmlformats.org/officeDocument/2006/relationships" id="259" r:id="Rf995e609738c49da"/>
    <p:sldId xmlns:r="http://schemas.openxmlformats.org/officeDocument/2006/relationships" id="260" r:id="R1fa213c66fd84e52"/>
    <p:sldId xmlns:r="http://schemas.openxmlformats.org/officeDocument/2006/relationships" id="261" r:id="R894856f4d20e4bea"/>
    <p:sldId xmlns:r="http://schemas.openxmlformats.org/officeDocument/2006/relationships" id="262" r:id="Rd8e650ce89d54062"/>
    <p:sldId xmlns:r="http://schemas.openxmlformats.org/officeDocument/2006/relationships" id="263" r:id="Re2c104c4988843c7"/>
    <p:sldId xmlns:r="http://schemas.openxmlformats.org/officeDocument/2006/relationships" id="264" r:id="Rf3de4579ae5d431a"/>
    <p:sldId xmlns:r="http://schemas.openxmlformats.org/officeDocument/2006/relationships" id="265" r:id="R868319dc86c44db3"/>
    <p:sldId xmlns:r="http://schemas.openxmlformats.org/officeDocument/2006/relationships" id="266" r:id="R30e6902415d64488"/>
    <p:sldId xmlns:r="http://schemas.openxmlformats.org/officeDocument/2006/relationships" id="267" r:id="R77a89ad52ddd4e4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d266f2b898e4ea6" /><Relationship Type="http://schemas.openxmlformats.org/officeDocument/2006/relationships/slideMaster" Target="/ppt/slideMasters/slideMaster1.xml" Id="R246b87bd03514df3" /><Relationship Type="http://schemas.openxmlformats.org/officeDocument/2006/relationships/notesMaster" Target="/ppt/notesMasters/notesMaster1.xml" Id="Rfba00cbe3f6c47b3" /><Relationship Type="http://schemas.openxmlformats.org/officeDocument/2006/relationships/presProps" Target="/ppt/presProps.xml" Id="R70f7b12a72f340d9" /><Relationship Type="http://schemas.openxmlformats.org/officeDocument/2006/relationships/tableStyles" Target="/ppt/tableStyles.xml" Id="Ra4e1add646844eef" /><Relationship Type="http://schemas.openxmlformats.org/officeDocument/2006/relationships/slide" Target="/ppt/slides/slide1.xml" Id="R9b6ffd816aa348dd" /><Relationship Type="http://schemas.openxmlformats.org/officeDocument/2006/relationships/slide" Target="/ppt/slides/slide2.xml" Id="Rf0f314e078644ff7" /><Relationship Type="http://schemas.openxmlformats.org/officeDocument/2006/relationships/slide" Target="/ppt/slides/slide3.xml" Id="R2e5a6cbaea774c42" /><Relationship Type="http://schemas.openxmlformats.org/officeDocument/2006/relationships/slide" Target="/ppt/slides/slide4.xml" Id="Rf995e609738c49da" /><Relationship Type="http://schemas.openxmlformats.org/officeDocument/2006/relationships/slide" Target="/ppt/slides/slide5.xml" Id="R1fa213c66fd84e52" /><Relationship Type="http://schemas.openxmlformats.org/officeDocument/2006/relationships/slide" Target="/ppt/slides/slide6.xml" Id="R894856f4d20e4bea" /><Relationship Type="http://schemas.openxmlformats.org/officeDocument/2006/relationships/slide" Target="/ppt/slides/slide7.xml" Id="Rd8e650ce89d54062" /><Relationship Type="http://schemas.openxmlformats.org/officeDocument/2006/relationships/slide" Target="/ppt/slides/slide8.xml" Id="Re2c104c4988843c7" /><Relationship Type="http://schemas.openxmlformats.org/officeDocument/2006/relationships/slide" Target="/ppt/slides/slide9.xml" Id="Rf3de4579ae5d431a" /><Relationship Type="http://schemas.openxmlformats.org/officeDocument/2006/relationships/slide" Target="/ppt/slides/slide10.xml" Id="R868319dc86c44db3" /><Relationship Type="http://schemas.openxmlformats.org/officeDocument/2006/relationships/slide" Target="/ppt/slides/slide11.xml" Id="R30e6902415d64488" /><Relationship Type="http://schemas.openxmlformats.org/officeDocument/2006/relationships/slide" Target="/ppt/slides/slide12.xml" Id="R77a89ad52ddd4e4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11eff46c39f421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0fa757a2dfc44d4" /><Relationship Type="http://schemas.openxmlformats.org/officeDocument/2006/relationships/notesMaster" Target="/ppt/notesMasters/notesMaster1.xml" Id="R62d95b7d8eab410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6afffd154914ba5" /><Relationship Type="http://schemas.openxmlformats.org/officeDocument/2006/relationships/notesMaster" Target="/ppt/notesMasters/notesMaster1.xml" Id="Rb433091056114eb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062c36f986a43da" /><Relationship Type="http://schemas.openxmlformats.org/officeDocument/2006/relationships/notesMaster" Target="/ppt/notesMasters/notesMaster1.xml" Id="Rb4148d18cf4642e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ef7ca3ec6a342a8" /><Relationship Type="http://schemas.openxmlformats.org/officeDocument/2006/relationships/notesMaster" Target="/ppt/notesMasters/notesMaster1.xml" Id="R133c747f24d9477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7cf274d106048fa" /><Relationship Type="http://schemas.openxmlformats.org/officeDocument/2006/relationships/notesMaster" Target="/ppt/notesMasters/notesMaster1.xml" Id="R0e5cd520a6b64bd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d958d3961304a57" /><Relationship Type="http://schemas.openxmlformats.org/officeDocument/2006/relationships/notesMaster" Target="/ppt/notesMasters/notesMaster1.xml" Id="R18a561cd0087465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5dde7f0f7a74d80" /><Relationship Type="http://schemas.openxmlformats.org/officeDocument/2006/relationships/notesMaster" Target="/ppt/notesMasters/notesMaster1.xml" Id="Rc9ea22e300394f7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3ce33b73926438b" /><Relationship Type="http://schemas.openxmlformats.org/officeDocument/2006/relationships/notesMaster" Target="/ppt/notesMasters/notesMaster1.xml" Id="R53d44e63dad4459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f7b505b0c7d42c8" /><Relationship Type="http://schemas.openxmlformats.org/officeDocument/2006/relationships/notesMaster" Target="/ppt/notesMasters/notesMaster1.xml" Id="Rf52e4da7fe5f4ac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dc5663219e846b4" /><Relationship Type="http://schemas.openxmlformats.org/officeDocument/2006/relationships/notesMaster" Target="/ppt/notesMasters/notesMaster1.xml" Id="Rf045b9b35c2c446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53d34847a0c444c" /><Relationship Type="http://schemas.openxmlformats.org/officeDocument/2006/relationships/notesMaster" Target="/ppt/notesMasters/notesMaster1.xml" Id="R807d9c0eea29498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5a9abe38ba3403e" /><Relationship Type="http://schemas.openxmlformats.org/officeDocument/2006/relationships/notesMaster" Target="/ppt/notesMasters/notesMaster1.xml" Id="R38eddd70382e448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Presentar el prototipo y su alcance. Integrantes: Luis Solano, Joseph Reina, Alexander Tejeda y Alex Santana. La distribución indica módulos de estudio y defensa. Implementación, documentación y pruebas preparadas con asistencia de IA declarada. No atribuir contribuciones estudiantiles no comprobadas.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Introducción breve. Mostrar la separación de pages, services y components en app/src/app. Fuente: documentacion/ARQUITECTURA_Y_DISENO.md.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Propuesta de exposición: un minuto para explicar las tabs. Mostrar los loadChildren de tabs-routing.module.ts. Demostrar la navegación y el regreso. La prueba ocurrió en Chromium. Fuente: evidencias/m1/navegacion.json.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ApiService y estados de carga, éxito y error. Los éxitos de la prueba usaron respuestas interceptadas. La API pública falló desde este entorno. Pregunta: por qué POST no guarda sesiones de StudyTime. Fuente: evidencias/m1/api.json y app/src/app/services/api.service.ts.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Mostrar el formulario, editar una sesión, recargar y comprobar persistencia. Deslizar para eliminar y confirmar. Explicar storage.set y la clave sesiones. Fuente: evidencias/m2/pruebas.json.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Seguir la fecha de fin del temporizador. Explicar por qué se calcula contra una fecha y por qué el estado entre pantallas no equivale a persistencia. No afirmar ejecución garantizada con Android suspendido. Fuente: app/src/app/services/temporizador.service.ts.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Captura con GPS emulado. No acredita sensor físico ni descarga de teselas. Mostrar el control de permiso denegado y explicar que Online no demuestra acceso a todos los servidores. Fuente: evidencias/m3/pruebas.json.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busquedaActual y operacionesPendientes en BleService. Las cuatro pruebas usan un plugin controlado. Escaneo con periférico físico pendiente. BLE no conecta auriculares clásicos ni transfiere archivos en esta versión. Fuente: evidencias/m3/ble-cancelacion.json.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Demostrar HTMLMediaElement, eventos de progreso y Range Ionic. El WAV tiene procedencia documentada y licencia CC0. Fuente: evidencias/m4/pruebas.json y app/src/assets/audio/README.md.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 captura procede de elegir un PNG de prueba. La cámara física y los permisos Android siguen pendientes. Mostrar el webPath y la limpieza de la vista previa. Fuente: evidencias/m4/pruebas.json.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Las cinco suites pasaron antes de la corrección BLE. Después volvieron a pasar build, lint, cuatro pruebas BLE y la suite Entorno. GitHub Actions estaba en cola al preparar este material. Consultar el estado actual antes de exponer. Fuente: documentacion/VALIDACION.md.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Distribución sugerida: 30 segundos de propósito, 2 minutos de demostración, 90 segundos de código y un minuto de error y preguntas. La defensa requiere comprensión personal. No certificar una exposición que no se haya realizado. Fuente: consigna del proyecto y guía de defensa.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7bd4b3d2ce487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034bd62a81440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df2c6baecb41a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30f020e5dd406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e4b9fa6a81466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3a0b572a6d4a8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1814AD72-8D39-4012-A015-FAA256789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97B2030-60D8-4F5E-A9DC-7ED0CC0F39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CB02790E-C0C3-443A-8D1B-3F307A07C8B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0CA19B0B-2AA3-45E8-BC4B-1E1DA454D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1DDE4AD-F16E-44EF-BEC6-028FED8B03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87B699F9-B6A5-49E9-9691-BEF48750B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FE414D1-B932-43DD-A1F9-6B0457F614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30F9F530-AE5C-40D9-9DB1-E85B5BF6DBC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3AB463E7-ABF2-4840-A53F-D1EBD68F0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6E988F3-3BEA-4AD3-9B16-9B22880D30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59B850E-6C1A-43A5-A476-875CCCDB1B3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1F6BE4B-9DF4-4A6C-9193-AFD67C09D4B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EB4BC4D2-0A5C-4C8B-A036-5F4798340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E94D072-99F0-4522-9160-DD0BBCA228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85F58AB-BCC2-4C92-955F-22AE0804D22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a7e420ccf234be5" /><Relationship Type="http://schemas.openxmlformats.org/officeDocument/2006/relationships/slideLayout" Target="/ppt/slideLayouts/slideLayout1.xml" Id="Rc9c8dd044ef04568" /><Relationship Type="http://schemas.openxmlformats.org/officeDocument/2006/relationships/slideLayout" Target="/ppt/slideLayouts/slideLayout2.xml" Id="R497d7601d4144945" /><Relationship Type="http://schemas.openxmlformats.org/officeDocument/2006/relationships/slideLayout" Target="/ppt/slideLayouts/slideLayout3.xml" Id="R7cdf57613a2e4bf5" /><Relationship Type="http://schemas.openxmlformats.org/officeDocument/2006/relationships/slideLayout" Target="/ppt/slideLayouts/slideLayout4.xml" Id="R13a10c150798401d" /><Relationship Type="http://schemas.openxmlformats.org/officeDocument/2006/relationships/slideLayout" Target="/ppt/slideLayouts/slideLayout5.xml" Id="R6b5982d8e93f4954" /><Relationship Type="http://schemas.openxmlformats.org/officeDocument/2006/relationships/slideLayout" Target="/ppt/slideLayouts/slideLayout6.xml" Id="R8f168e023cb7493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9c8dd044ef04568"/>
    <p:sldLayoutId xmlns:r="http://schemas.openxmlformats.org/officeDocument/2006/relationships" id="2147483650" r:id="R497d7601d4144945"/>
    <p:sldLayoutId xmlns:r="http://schemas.openxmlformats.org/officeDocument/2006/relationships" id="2147483651" r:id="R7cdf57613a2e4bf5"/>
    <p:sldLayoutId xmlns:r="http://schemas.openxmlformats.org/officeDocument/2006/relationships" id="2147483652" r:id="R13a10c150798401d"/>
    <p:sldLayoutId xmlns:r="http://schemas.openxmlformats.org/officeDocument/2006/relationships" id="2147483653" r:id="R6b5982d8e93f4954"/>
    <p:sldLayoutId xmlns:r="http://schemas.openxmlformats.org/officeDocument/2006/relationships" id="2147483654" r:id="R8f168e023cb7493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ca83da339345d6" /><Relationship Type="http://schemas.openxmlformats.org/officeDocument/2006/relationships/notesSlide" Target="/ppt/notesSlides/notesSlide1.xml" Id="R87091a8c37a843f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58424047e7478a" /><Relationship Type="http://schemas.openxmlformats.org/officeDocument/2006/relationships/notesSlide" Target="/ppt/notesSlides/notesSlide2.xml" Id="Rb6ee38d286e947a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009569fd9442ff" /><Relationship Type="http://schemas.openxmlformats.org/officeDocument/2006/relationships/image" Target="/ppt/media/image.png" Id="R439c4450061e441a" /><Relationship Type="http://schemas.openxmlformats.org/officeDocument/2006/relationships/notesSlide" Target="/ppt/notesSlides/notesSlide3.xml" Id="Rc8723a23960743f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234a65ed194e6c" /><Relationship Type="http://schemas.openxmlformats.org/officeDocument/2006/relationships/image" Target="/ppt/media/image2.png" Id="Rf919f46f553a412b" /><Relationship Type="http://schemas.openxmlformats.org/officeDocument/2006/relationships/notesSlide" Target="/ppt/notesSlides/notesSlide4.xml" Id="Ra338199ca7bc439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ea5b03a98a449e" /><Relationship Type="http://schemas.openxmlformats.org/officeDocument/2006/relationships/image" Target="/ppt/media/image3.png" Id="R0a5578f255c5410f" /><Relationship Type="http://schemas.openxmlformats.org/officeDocument/2006/relationships/notesSlide" Target="/ppt/notesSlides/notesSlide5.xml" Id="R78008cbfc0c4411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4de5bc9aa04296" /><Relationship Type="http://schemas.openxmlformats.org/officeDocument/2006/relationships/notesSlide" Target="/ppt/notesSlides/notesSlide6.xml" Id="R14d267538e6c472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495fee4bac46ea" /><Relationship Type="http://schemas.openxmlformats.org/officeDocument/2006/relationships/image" Target="/ppt/media/image4.png" Id="Ra74ff0a23fe04806" /><Relationship Type="http://schemas.openxmlformats.org/officeDocument/2006/relationships/notesSlide" Target="/ppt/notesSlides/notesSlide7.xml" Id="R420c954238ec414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5e7217faa64925" /><Relationship Type="http://schemas.openxmlformats.org/officeDocument/2006/relationships/notesSlide" Target="/ppt/notesSlides/notesSlide8.xml" Id="R12f1a1122f224bf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a3afabe5cf4e8d" /><Relationship Type="http://schemas.openxmlformats.org/officeDocument/2006/relationships/image" Target="/ppt/media/image5.png" Id="R6bd6035da6394363" /><Relationship Type="http://schemas.openxmlformats.org/officeDocument/2006/relationships/notesSlide" Target="/ppt/notesSlides/notesSlide9.xml" Id="R2bb1cdfa6fac47b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274266ed574621" /><Relationship Type="http://schemas.openxmlformats.org/officeDocument/2006/relationships/image" Target="/ppt/media/image6.png" Id="R5d538eb974ee464c" /><Relationship Type="http://schemas.openxmlformats.org/officeDocument/2006/relationships/notesSlide" Target="/ppt/notesSlides/notesSlide10.xml" Id="R9ba9f596712248c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71ed1ec56c467f" /><Relationship Type="http://schemas.openxmlformats.org/officeDocument/2006/relationships/notesSlide" Target="/ppt/notesSlides/notesSlide11.xml" Id="R4112795b8c9e493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82ee1186bf441a" /><Relationship Type="http://schemas.openxmlformats.org/officeDocument/2006/relationships/notesSlide" Target="/ppt/notesSlides/notesSlide12.xml" Id="R48ebd2ed93a7424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4114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1A77E7-E6E7-4271-A1CE-F219E31D4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480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StudyTime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30E59A-54FB-43F3-AF49-5FB4EF60D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438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Proyecto Práctico Final</a:t>
            </a:r>
          </a:p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Programación de Dispositivos Móviles</a:t>
            </a:r>
          </a:p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Grupo P</a:t>
            </a:r>
          </a:p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Ionic + Angular + Capacitor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0D11CF-578D-4CCB-B20D-D6CADD8C7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484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Asistencia de IA declarada. Datos institucionales pendientes.</a:t>
            </a:r>
          </a:p>
        </p:txBody>
      </p:sp>
    </p:spTree>
    <p:extLst>
      <p:ext uri="{BB962C8B-B14F-4D97-AF65-F5344CB8AC3E}">
        <p14:creationId xmlns:p14="http://schemas.microsoft.com/office/powerpoint/2010/main" val="9628153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1D5243-725A-4FC7-9863-51A821DD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4114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300" b="1">
                <a:solidFill>
                  <a:srgbClr val="041147"/>
                </a:solidFill>
                <a:latin typeface="Liberation Sans"/>
                <a:ea typeface="Liberation Sans"/>
                <a:cs typeface="Liberation Sans"/>
              </a:rPr>
              <a:t>Organización de la aplicación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E9CA52-21C2-485A-A79D-5680E84F4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438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0202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0">
                <a:solidFill>
                  <a:srgbClr val="202020"/>
                </a:solidFill>
                <a:latin typeface="Liberation Sans"/>
                <a:ea typeface="Liberation Sans"/>
                <a:cs typeface="Liberation Sans"/>
              </a:rPr>
              <a:t>Cuatro páginas: Inicio, Plan, Entorno y Recursos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0202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0">
                <a:solidFill>
                  <a:srgbClr val="202020"/>
                </a:solidFill>
                <a:latin typeface="Liberation Sans"/>
                <a:ea typeface="Liberation Sans"/>
                <a:cs typeface="Liberation Sans"/>
              </a:rPr>
              <a:t>Las páginas muestran datos. Los servicios gestionan operaciones y estado.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0202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0">
                <a:solidFill>
                  <a:srgbClr val="202020"/>
                </a:solidFill>
                <a:latin typeface="Liberation Sans"/>
                <a:ea typeface="Liberation Sans"/>
                <a:cs typeface="Liberation Sans"/>
              </a:rPr>
              <a:t>IndexedDB conserva sesiones. HttpClient consume REST. Capacitor integra funciones del dispositivo.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6284B5-449B-46F7-AC0F-05E278A0F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484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9595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95959"/>
                </a:solidFill>
                <a:latin typeface="Liberation Sans"/>
                <a:ea typeface="Liberation Sans"/>
                <a:cs typeface="Liberation Sans"/>
              </a:rPr>
              <a:t>StudyTime Grupo P    2 / 12</a:t>
            </a:r>
          </a:p>
        </p:txBody>
      </p:sp>
    </p:spTree>
    <p:extLst>
      <p:ext uri="{BB962C8B-B14F-4D97-AF65-F5344CB8AC3E}">
        <p14:creationId xmlns:p14="http://schemas.microsoft.com/office/powerpoint/2010/main" val="3678690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EF6D87-8E2E-4977-AC9B-0AA9199E9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4114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300" b="1">
                <a:solidFill>
                  <a:srgbClr val="041147"/>
                </a:solidFill>
                <a:latin typeface="Liberation Sans"/>
                <a:ea typeface="Liberation Sans"/>
                <a:cs typeface="Liberation Sans"/>
              </a:rPr>
              <a:t>Luis Solano · Navegación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DBE4C9-278A-4DE6-B20E-0BF2CF16C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7191375" cy="438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0202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0">
                <a:solidFill>
                  <a:srgbClr val="202020"/>
                </a:solidFill>
                <a:latin typeface="Liberation Sans"/>
                <a:ea typeface="Liberation Sans"/>
                <a:cs typeface="Liberation Sans"/>
              </a:rPr>
              <a:t>Unidades 1 y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0202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0">
                <a:solidFill>
                  <a:srgbClr val="202020"/>
                </a:solidFill>
                <a:latin typeface="Liberation Sans"/>
                <a:ea typeface="Liberation Sans"/>
                <a:cs typeface="Liberation Sans"/>
              </a:rPr>
              <a:t>Tabs con rutas de carga diferida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0202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0">
                <a:solidFill>
                  <a:srgbClr val="202020"/>
                </a:solidFill>
                <a:latin typeface="Liberation Sans"/>
                <a:ea typeface="Liberation Sans"/>
                <a:cs typeface="Liberation Sans"/>
              </a:rPr>
              <a:t>Detalle con botón de regreso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0202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0">
                <a:solidFill>
                  <a:srgbClr val="202020"/>
                </a:solidFill>
                <a:latin typeface="Liberation Sans"/>
                <a:ea typeface="Liberation Sans"/>
                <a:cs typeface="Liberation Sans"/>
              </a:rPr>
              <a:t>Ruta desconocida vuelve a Inicio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9c4450061e441a"/>
          <a:stretch xmlns:a="http://schemas.openxmlformats.org/drawingml/2006/main"/>
        </p:blipFill>
        <p:spPr>
          <a:xfrm xmlns:a="http://schemas.openxmlformats.org/drawingml/2006/main">
            <a:off x="8395261" y="1352550"/>
            <a:ext cx="2354729" cy="50958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92EAFF-1813-4A6C-8642-18DB42779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48400"/>
            <a:ext cx="714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9595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95959"/>
                </a:solidFill>
                <a:latin typeface="Liberation Sans"/>
                <a:ea typeface="Liberation Sans"/>
                <a:cs typeface="Liberation Sans"/>
              </a:rPr>
              <a:t>StudyTime Grupo P    3 / 12</a:t>
            </a:r>
          </a:p>
        </p:txBody>
      </p:sp>
    </p:spTree>
    <p:extLst>
      <p:ext uri="{BB962C8B-B14F-4D97-AF65-F5344CB8AC3E}">
        <p14:creationId xmlns:p14="http://schemas.microsoft.com/office/powerpoint/2010/main" val="13383658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8233E4-FDA7-4121-9A73-2BC9CF4A3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4114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300" b="1">
                <a:solidFill>
                  <a:srgbClr val="041147"/>
                </a:solidFill>
                <a:latin typeface="Liberation Sans"/>
                <a:ea typeface="Liberation Sans"/>
                <a:cs typeface="Liberation Sans"/>
              </a:rPr>
              <a:t>Luis Solano · API REST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033513-2D20-4F49-BA73-5093602A5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7191375" cy="438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0202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0">
                <a:solidFill>
                  <a:srgbClr val="202020"/>
                </a:solidFill>
                <a:latin typeface="Liberation Sans"/>
                <a:ea typeface="Liberation Sans"/>
                <a:cs typeface="Liberation Sans"/>
              </a:rPr>
              <a:t>Unidad 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0202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0">
                <a:solidFill>
                  <a:srgbClr val="202020"/>
                </a:solidFill>
                <a:latin typeface="Liberation Sans"/>
                <a:ea typeface="Liberation Sans"/>
                <a:cs typeface="Liberation Sans"/>
              </a:rPr>
              <a:t>GET consulta lista y detalle</a:t>
            </a:r>
          </a:p>
          <a:p xmlns:a="http://schemas.openxmlformats.org/drawingml/2006/main">
            <a:pPr>
              <a:defRPr sz="2250" b="0">
                <a:solidFill>
                  <a:srgbClr val="20202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0">
                <a:solidFill>
                  <a:srgbClr val="202020"/>
                </a:solidFill>
                <a:latin typeface="Liberation Sans"/>
                <a:ea typeface="Liberation Sans"/>
                <a:cs typeface="Liberation Sans"/>
              </a:rPr>
              <a:t>POST envía título y descripción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0202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0">
                <a:solidFill>
                  <a:srgbClr val="202020"/>
                </a:solidFill>
                <a:latin typeface="Liberation Sans"/>
                <a:ea typeface="Liberation Sans"/>
                <a:cs typeface="Liberation Sans"/>
              </a:rPr>
              <a:t>HttpClient y timeout de 10 segundos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0202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0">
                <a:solidFill>
                  <a:srgbClr val="202020"/>
                </a:solidFill>
                <a:latin typeface="Liberation Sans"/>
                <a:ea typeface="Liberation Sans"/>
                <a:cs typeface="Liberation Sans"/>
              </a:rPr>
              <a:t>JSONPlaceholder no conserva el POST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19f46f553a412b"/>
          <a:stretch xmlns:a="http://schemas.openxmlformats.org/drawingml/2006/main"/>
        </p:blipFill>
        <p:spPr>
          <a:xfrm xmlns:a="http://schemas.openxmlformats.org/drawingml/2006/main">
            <a:off x="8395261" y="1352550"/>
            <a:ext cx="2354729" cy="50958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A1316B-70FB-47C9-8DB6-0D9484C62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48400"/>
            <a:ext cx="714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9595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95959"/>
                </a:solidFill>
                <a:latin typeface="Liberation Sans"/>
                <a:ea typeface="Liberation Sans"/>
                <a:cs typeface="Liberation Sans"/>
              </a:rPr>
              <a:t>GET con respuesta interceptada</a:t>
            </a:r>
          </a:p>
        </p:txBody>
      </p:sp>
    </p:spTree>
    <p:extLst>
      <p:ext uri="{BB962C8B-B14F-4D97-AF65-F5344CB8AC3E}">
        <p14:creationId xmlns:p14="http://schemas.microsoft.com/office/powerpoint/2010/main" val="13567426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0C7041-D0F4-4F9D-834A-C2D568D9C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4114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300" b="1">
                <a:solidFill>
                  <a:srgbClr val="041147"/>
                </a:solidFill>
                <a:latin typeface="Liberation Sans"/>
                <a:ea typeface="Liberation Sans"/>
                <a:cs typeface="Liberation Sans"/>
              </a:rPr>
              <a:t>Joseph Reina · Sesiones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1AA459-7FE0-4A06-AB3F-997601FEA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7191375" cy="438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0202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0">
                <a:solidFill>
                  <a:srgbClr val="202020"/>
                </a:solidFill>
                <a:latin typeface="Liberation Sans"/>
                <a:ea typeface="Liberation Sans"/>
                <a:cs typeface="Liberation Sans"/>
              </a:rPr>
              <a:t>Unidades 3 y 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0202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0">
                <a:solidFill>
                  <a:srgbClr val="202020"/>
                </a:solidFill>
                <a:latin typeface="Liberation Sans"/>
                <a:ea typeface="Liberation Sans"/>
                <a:cs typeface="Liberation Sans"/>
              </a:rPr>
              <a:t>Crear, editar, completar y eliminar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0202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0">
                <a:solidFill>
                  <a:srgbClr val="202020"/>
                </a:solidFill>
                <a:latin typeface="Liberation Sans"/>
                <a:ea typeface="Liberation Sans"/>
                <a:cs typeface="Liberation Sans"/>
              </a:rPr>
              <a:t>IndexedDB conserva la colección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0202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0">
                <a:solidFill>
                  <a:srgbClr val="202020"/>
                </a:solidFill>
                <a:latin typeface="Liberation Sans"/>
                <a:ea typeface="Liberation Sans"/>
                <a:cs typeface="Liberation Sans"/>
              </a:rPr>
              <a:t>Swipe revela Eliminar</a:t>
            </a:r>
          </a:p>
          <a:p xmlns:a="http://schemas.openxmlformats.org/drawingml/2006/main">
            <a:pPr>
              <a:defRPr sz="2250" b="0">
                <a:solidFill>
                  <a:srgbClr val="20202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0">
                <a:solidFill>
                  <a:srgbClr val="202020"/>
                </a:solidFill>
                <a:latin typeface="Liberation Sans"/>
                <a:ea typeface="Liberation Sans"/>
                <a:cs typeface="Liberation Sans"/>
              </a:rPr>
              <a:t>Pull-to-refresh actualiza la lista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5578f255c5410f"/>
          <a:stretch xmlns:a="http://schemas.openxmlformats.org/drawingml/2006/main"/>
        </p:blipFill>
        <p:spPr>
          <a:xfrm xmlns:a="http://schemas.openxmlformats.org/drawingml/2006/main">
            <a:off x="8395261" y="1352550"/>
            <a:ext cx="2354729" cy="50958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4600BF-AE47-4D1B-9CAE-6A3CB0B6F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48400"/>
            <a:ext cx="714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9595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95959"/>
                </a:solidFill>
                <a:latin typeface="Liberation Sans"/>
                <a:ea typeface="Liberation Sans"/>
                <a:cs typeface="Liberation Sans"/>
              </a:rPr>
              <a:t>StudyTime Grupo P    5 / 12</a:t>
            </a:r>
          </a:p>
        </p:txBody>
      </p:sp>
    </p:spTree>
    <p:extLst>
      <p:ext uri="{BB962C8B-B14F-4D97-AF65-F5344CB8AC3E}">
        <p14:creationId xmlns:p14="http://schemas.microsoft.com/office/powerpoint/2010/main" val="1366989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06B7F2-CEC4-4B8A-97D3-B56E63644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4114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300" b="1">
                <a:solidFill>
                  <a:srgbClr val="041147"/>
                </a:solidFill>
                <a:latin typeface="Liberation Sans"/>
                <a:ea typeface="Liberation Sans"/>
                <a:cs typeface="Liberation Sans"/>
              </a:rPr>
              <a:t>Joseph Reina · Temporizador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7A8D0B-09B7-4FE4-9FB6-014D2FDB9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438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0202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0">
                <a:solidFill>
                  <a:srgbClr val="202020"/>
                </a:solidFill>
                <a:latin typeface="Liberation Sans"/>
                <a:ea typeface="Liberation Sans"/>
                <a:cs typeface="Liberation Sans"/>
              </a:rPr>
              <a:t>Duración entre 1 y 240 minutos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0202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0">
                <a:solidFill>
                  <a:srgbClr val="202020"/>
                </a:solidFill>
                <a:latin typeface="Liberation Sans"/>
                <a:ea typeface="Liberation Sans"/>
                <a:cs typeface="Liberation Sans"/>
              </a:rPr>
              <a:t>Inicio, pausa, continuar y reinicio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0202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0">
                <a:solidFill>
                  <a:srgbClr val="202020"/>
                </a:solidFill>
                <a:latin typeface="Liberation Sans"/>
                <a:ea typeface="Liberation Sans"/>
                <a:cs typeface="Liberation Sans"/>
              </a:rPr>
              <a:t>El servicio conserva el estado entre páginas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0202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0">
                <a:solidFill>
                  <a:srgbClr val="202020"/>
                </a:solidFill>
                <a:latin typeface="Liberation Sans"/>
                <a:ea typeface="Liberation Sans"/>
                <a:cs typeface="Liberation Sans"/>
              </a:rPr>
              <a:t>Recargar la aplicación reinicia el contador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3D0163-1339-4897-8B03-A373465C1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484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9595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95959"/>
                </a:solidFill>
                <a:latin typeface="Liberation Sans"/>
                <a:ea typeface="Liberation Sans"/>
                <a:cs typeface="Liberation Sans"/>
              </a:rPr>
              <a:t>StudyTime Grupo P    6 / 12</a:t>
            </a:r>
          </a:p>
        </p:txBody>
      </p:sp>
    </p:spTree>
    <p:extLst>
      <p:ext uri="{BB962C8B-B14F-4D97-AF65-F5344CB8AC3E}">
        <p14:creationId xmlns:p14="http://schemas.microsoft.com/office/powerpoint/2010/main" val="15819714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F336D8-BDB5-4DF7-BE3E-51186ADAB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4114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300" b="1">
                <a:solidFill>
                  <a:srgbClr val="041147"/>
                </a:solidFill>
                <a:latin typeface="Liberation Sans"/>
                <a:ea typeface="Liberation Sans"/>
                <a:cs typeface="Liberation Sans"/>
              </a:rPr>
              <a:t>Alexander Tejeda · Red y GPS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6E05F0-9A61-43FC-BEC5-9122D48A4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7191375" cy="438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0202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0">
                <a:solidFill>
                  <a:srgbClr val="202020"/>
                </a:solidFill>
                <a:latin typeface="Liberation Sans"/>
                <a:ea typeface="Liberation Sans"/>
                <a:cs typeface="Liberation Sans"/>
              </a:rPr>
              <a:t>Unidades 4 y 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0202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0">
                <a:solidFill>
                  <a:srgbClr val="202020"/>
                </a:solidFill>
                <a:latin typeface="Liberation Sans"/>
                <a:ea typeface="Liberation Sans"/>
                <a:cs typeface="Liberation Sans"/>
              </a:rPr>
              <a:t>Network informa online y offline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0202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0">
                <a:solidFill>
                  <a:srgbClr val="202020"/>
                </a:solidFill>
                <a:latin typeface="Liberation Sans"/>
                <a:ea typeface="Liberation Sans"/>
                <a:cs typeface="Liberation Sans"/>
              </a:rPr>
              <a:t>GPS requiere permiso del usuario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0202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0">
                <a:solidFill>
                  <a:srgbClr val="202020"/>
                </a:solidFill>
                <a:latin typeface="Liberation Sans"/>
                <a:ea typeface="Liberation Sans"/>
                <a:cs typeface="Liberation Sans"/>
              </a:rPr>
              <a:t>Leaflet muestra ubicación y marcadores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0202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0">
                <a:solidFill>
                  <a:srgbClr val="202020"/>
                </a:solidFill>
                <a:latin typeface="Liberation Sans"/>
                <a:ea typeface="Liberation Sans"/>
                <a:cs typeface="Liberation Sans"/>
              </a:rPr>
              <a:t>Las teselas necesitan internet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4ff0a23fe04806"/>
          <a:stretch xmlns:a="http://schemas.openxmlformats.org/drawingml/2006/main"/>
        </p:blipFill>
        <p:spPr>
          <a:xfrm xmlns:a="http://schemas.openxmlformats.org/drawingml/2006/main">
            <a:off x="8395261" y="1352550"/>
            <a:ext cx="2354729" cy="50958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88F147-1D40-4223-BDCD-224DF18B0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48400"/>
            <a:ext cx="714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9595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95959"/>
                </a:solidFill>
                <a:latin typeface="Liberation Sans"/>
                <a:ea typeface="Liberation Sans"/>
                <a:cs typeface="Liberation Sans"/>
              </a:rPr>
              <a:t>GPS emulado y teselas no acreditadas</a:t>
            </a:r>
          </a:p>
        </p:txBody>
      </p:sp>
    </p:spTree>
    <p:extLst>
      <p:ext uri="{BB962C8B-B14F-4D97-AF65-F5344CB8AC3E}">
        <p14:creationId xmlns:p14="http://schemas.microsoft.com/office/powerpoint/2010/main" val="54892874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0EBA7A-83BF-4E84-A90D-E84C5BE9D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4114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300" b="1">
                <a:solidFill>
                  <a:srgbClr val="041147"/>
                </a:solidFill>
                <a:latin typeface="Liberation Sans"/>
                <a:ea typeface="Liberation Sans"/>
                <a:cs typeface="Liberation Sans"/>
              </a:rPr>
              <a:t>Alexander Tejeda · Bluetooth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C7B312-A6B7-4542-A90F-272EAB5A6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438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0202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0">
                <a:solidFill>
                  <a:srgbClr val="202020"/>
                </a:solidFill>
                <a:latin typeface="Liberation Sans"/>
                <a:ea typeface="Liberation Sans"/>
                <a:cs typeface="Liberation Sans"/>
              </a:rPr>
              <a:t>Unidad 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0202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0">
                <a:solidFill>
                  <a:srgbClr val="202020"/>
                </a:solidFill>
                <a:latin typeface="Liberation Sans"/>
                <a:ea typeface="Liberation Sans"/>
                <a:cs typeface="Liberation Sans"/>
              </a:rPr>
              <a:t>Escaneo BLE nativo durante 8 segundos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0202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0">
                <a:solidFill>
                  <a:srgbClr val="202020"/>
                </a:solidFill>
                <a:latin typeface="Liberation Sans"/>
                <a:ea typeface="Liberation Sans"/>
                <a:cs typeface="Liberation Sans"/>
              </a:rPr>
              <a:t>Web Bluetooth abre un selector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0202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0">
                <a:solidFill>
                  <a:srgbClr val="202020"/>
                </a:solidFill>
                <a:latin typeface="Liberation Sans"/>
                <a:ea typeface="Liberation Sans"/>
                <a:cs typeface="Liberation Sans"/>
              </a:rPr>
              <a:t>Salir invalida resultados tardíos y detiene el escaneo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0202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0">
                <a:solidFill>
                  <a:srgbClr val="202020"/>
                </a:solidFill>
                <a:latin typeface="Liberation Sans"/>
                <a:ea typeface="Liberation Sans"/>
                <a:cs typeface="Liberation Sans"/>
              </a:rPr>
              <a:t>Cuatro pruebas de cancelación pasaron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FC34C7-8194-4E47-97F5-79D8E7A9E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484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9595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95959"/>
                </a:solidFill>
                <a:latin typeface="Liberation Sans"/>
                <a:ea typeface="Liberation Sans"/>
                <a:cs typeface="Liberation Sans"/>
              </a:rPr>
              <a:t>Plugin controlado. Escaneo físico pendiente</a:t>
            </a:r>
          </a:p>
        </p:txBody>
      </p:sp>
    </p:spTree>
    <p:extLst>
      <p:ext uri="{BB962C8B-B14F-4D97-AF65-F5344CB8AC3E}">
        <p14:creationId xmlns:p14="http://schemas.microsoft.com/office/powerpoint/2010/main" val="16895002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7355E5-8B13-416D-9985-CFCF7496D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4114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300" b="1">
                <a:solidFill>
                  <a:srgbClr val="041147"/>
                </a:solidFill>
                <a:latin typeface="Liberation Sans"/>
                <a:ea typeface="Liberation Sans"/>
                <a:cs typeface="Liberation Sans"/>
              </a:rPr>
              <a:t>Alex Santana · Audio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9CAE00-56BF-4DA1-A191-2C13E038B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7191375" cy="438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0202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0">
                <a:solidFill>
                  <a:srgbClr val="202020"/>
                </a:solidFill>
                <a:latin typeface="Liberation Sans"/>
                <a:ea typeface="Liberation Sans"/>
                <a:cs typeface="Liberation Sans"/>
              </a:rPr>
              <a:t>Unidad 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0202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0">
                <a:solidFill>
                  <a:srgbClr val="202020"/>
                </a:solidFill>
                <a:latin typeface="Liberation Sans"/>
                <a:ea typeface="Liberation Sans"/>
                <a:cs typeface="Liberation Sans"/>
              </a:rPr>
              <a:t>Audio WAV local de 20 segundos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0202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0">
                <a:solidFill>
                  <a:srgbClr val="202020"/>
                </a:solidFill>
                <a:latin typeface="Liberation Sans"/>
                <a:ea typeface="Liberation Sans"/>
                <a:cs typeface="Liberation Sans"/>
              </a:rPr>
              <a:t>Reproducir, pausar y detener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0202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0">
                <a:solidFill>
                  <a:srgbClr val="202020"/>
                </a:solidFill>
                <a:latin typeface="Liberation Sans"/>
                <a:ea typeface="Liberation Sans"/>
                <a:cs typeface="Liberation Sans"/>
              </a:rPr>
              <a:t>Control de progreso y repetición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0202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0">
                <a:solidFill>
                  <a:srgbClr val="202020"/>
                </a:solidFill>
                <a:latin typeface="Liberation Sans"/>
                <a:ea typeface="Liberation Sans"/>
                <a:cs typeface="Liberation Sans"/>
              </a:rPr>
              <a:t>Salir de Recursos pausa el audio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d6035da6394363"/>
          <a:stretch xmlns:a="http://schemas.openxmlformats.org/drawingml/2006/main"/>
        </p:blipFill>
        <p:spPr>
          <a:xfrm xmlns:a="http://schemas.openxmlformats.org/drawingml/2006/main">
            <a:off x="8395261" y="1352550"/>
            <a:ext cx="2354729" cy="50958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DB689A-3D3A-491F-AD0C-BD3F2B161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48400"/>
            <a:ext cx="714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9595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95959"/>
                </a:solidFill>
                <a:latin typeface="Liberation Sans"/>
                <a:ea typeface="Liberation Sans"/>
                <a:cs typeface="Liberation Sans"/>
              </a:rPr>
              <a:t>StudyTime Grupo P    9 / 12</a:t>
            </a:r>
          </a:p>
        </p:txBody>
      </p:sp>
    </p:spTree>
    <p:extLst>
      <p:ext uri="{BB962C8B-B14F-4D97-AF65-F5344CB8AC3E}">
        <p14:creationId xmlns:p14="http://schemas.microsoft.com/office/powerpoint/2010/main" val="171518803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7460F7-0882-465F-A810-5B1D93808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4114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300" b="1">
                <a:solidFill>
                  <a:srgbClr val="041147"/>
                </a:solidFill>
                <a:latin typeface="Liberation Sans"/>
                <a:ea typeface="Liberation Sans"/>
                <a:cs typeface="Liberation Sans"/>
              </a:rPr>
              <a:t>Alex Santana · Cámara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3E59D0-087E-4C5E-9B05-2B2C78508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7191375" cy="438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0202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0">
                <a:solidFill>
                  <a:srgbClr val="202020"/>
                </a:solidFill>
                <a:latin typeface="Liberation Sans"/>
                <a:ea typeface="Liberation Sans"/>
                <a:cs typeface="Liberation Sans"/>
              </a:rPr>
              <a:t>Unidad 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0202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0">
                <a:solidFill>
                  <a:srgbClr val="202020"/>
                </a:solidFill>
                <a:latin typeface="Liberation Sans"/>
                <a:ea typeface="Liberation Sans"/>
                <a:cs typeface="Liberation Sans"/>
              </a:rPr>
              <a:t>Camera.takePhoto solicita una imagen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0202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0">
                <a:solidFill>
                  <a:srgbClr val="202020"/>
                </a:solidFill>
                <a:latin typeface="Liberation Sans"/>
                <a:ea typeface="Liberation Sans"/>
                <a:cs typeface="Liberation Sans"/>
              </a:rPr>
              <a:t>Vista previa y opción Quitar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0202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0">
                <a:solidFill>
                  <a:srgbClr val="202020"/>
                </a:solidFill>
                <a:latin typeface="Liberation Sans"/>
                <a:ea typeface="Liberation Sans"/>
                <a:cs typeface="Liberation Sans"/>
              </a:rPr>
              <a:t>En web, selección o captura según el navegador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0202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0">
                <a:solidFill>
                  <a:srgbClr val="202020"/>
                </a:solidFill>
                <a:latin typeface="Liberation Sans"/>
                <a:ea typeface="Liberation Sans"/>
                <a:cs typeface="Liberation Sans"/>
              </a:rPr>
              <a:t>Recargar elimina la vista previa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538eb974ee464c"/>
          <a:stretch xmlns:a="http://schemas.openxmlformats.org/drawingml/2006/main"/>
        </p:blipFill>
        <p:spPr>
          <a:xfrm xmlns:a="http://schemas.openxmlformats.org/drawingml/2006/main">
            <a:off x="8395261" y="1352550"/>
            <a:ext cx="2354729" cy="50958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44212B-7A1E-46BA-B5A0-41EF81274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48400"/>
            <a:ext cx="714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9595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95959"/>
                </a:solidFill>
                <a:latin typeface="Liberation Sans"/>
                <a:ea typeface="Liberation Sans"/>
                <a:cs typeface="Liberation Sans"/>
              </a:rPr>
              <a:t>PNG elegido. Cámara física pendiente</a:t>
            </a:r>
          </a:p>
        </p:txBody>
      </p:sp>
    </p:spTree>
    <p:extLst>
      <p:ext uri="{BB962C8B-B14F-4D97-AF65-F5344CB8AC3E}">
        <p14:creationId xmlns:p14="http://schemas.microsoft.com/office/powerpoint/2010/main" val="105753893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440908-F954-4795-91EE-63B4E5904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4114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300" b="1">
                <a:solidFill>
                  <a:srgbClr val="041147"/>
                </a:solidFill>
                <a:latin typeface="Liberation Sans"/>
                <a:ea typeface="Liberation Sans"/>
                <a:cs typeface="Liberation Sans"/>
              </a:rPr>
              <a:t>Resultados y pendientes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2938F1-DC4D-4687-A814-E35CB5806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438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0202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0">
                <a:solidFill>
                  <a:srgbClr val="202020"/>
                </a:solidFill>
                <a:latin typeface="Liberation Sans"/>
                <a:ea typeface="Liberation Sans"/>
                <a:cs typeface="Liberation Sans"/>
              </a:rPr>
              <a:t>Comprobado localmente</a:t>
            </a:r>
          </a:p>
          <a:p xmlns:a="http://schemas.openxmlformats.org/drawingml/2006/main">
            <a:pPr>
              <a:defRPr sz="2250" b="0">
                <a:solidFill>
                  <a:srgbClr val="20202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0">
                <a:solidFill>
                  <a:srgbClr val="202020"/>
                </a:solidFill>
                <a:latin typeface="Liberation Sans"/>
                <a:ea typeface="Liberation Sans"/>
                <a:cs typeface="Liberation Sans"/>
              </a:rPr>
              <a:t>Build, lint y cinco suites E2E</a:t>
            </a:r>
          </a:p>
          <a:p xmlns:a="http://schemas.openxmlformats.org/drawingml/2006/main">
            <a:pPr>
              <a:defRPr sz="2250" b="0">
                <a:solidFill>
                  <a:srgbClr val="20202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0">
                <a:solidFill>
                  <a:srgbClr val="202020"/>
                </a:solidFill>
                <a:latin typeface="Liberation Sans"/>
                <a:ea typeface="Liberation Sans"/>
                <a:cs typeface="Liberation Sans"/>
              </a:rPr>
              <a:t>Cuatro pruebas de cancelación BLE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0202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0">
                <a:solidFill>
                  <a:srgbClr val="202020"/>
                </a:solidFill>
                <a:latin typeface="Liberation Sans"/>
                <a:ea typeface="Liberation Sans"/>
                <a:cs typeface="Liberation Sans"/>
              </a:rPr>
              <a:t>Pendiente</a:t>
            </a:r>
          </a:p>
          <a:p xmlns:a="http://schemas.openxmlformats.org/drawingml/2006/main">
            <a:pPr>
              <a:defRPr sz="2250" b="0">
                <a:solidFill>
                  <a:srgbClr val="20202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0">
                <a:solidFill>
                  <a:srgbClr val="202020"/>
                </a:solidFill>
                <a:latin typeface="Liberation Sans"/>
                <a:ea typeface="Liberation Sans"/>
                <a:cs typeface="Liberation Sans"/>
              </a:rPr>
              <a:t>APK y ejecución en teléfono</a:t>
            </a:r>
          </a:p>
          <a:p xmlns:a="http://schemas.openxmlformats.org/drawingml/2006/main">
            <a:pPr>
              <a:defRPr sz="2250" b="0">
                <a:solidFill>
                  <a:srgbClr val="20202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0">
                <a:solidFill>
                  <a:srgbClr val="202020"/>
                </a:solidFill>
                <a:latin typeface="Liberation Sans"/>
                <a:ea typeface="Liberation Sans"/>
                <a:cs typeface="Liberation Sans"/>
              </a:rPr>
              <a:t>BLE, GPS y cámara físicos</a:t>
            </a:r>
          </a:p>
          <a:p xmlns:a="http://schemas.openxmlformats.org/drawingml/2006/main">
            <a:pPr>
              <a:defRPr sz="2250" b="0">
                <a:solidFill>
                  <a:srgbClr val="20202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0">
                <a:solidFill>
                  <a:srgbClr val="202020"/>
                </a:solidFill>
                <a:latin typeface="Liberation Sans"/>
                <a:ea typeface="Liberation Sans"/>
                <a:cs typeface="Liberation Sans"/>
              </a:rPr>
              <a:t>API pública y teselas desde otra conexión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6C5A34-2F7F-49E7-8353-6E5A68941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484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9595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95959"/>
                </a:solidFill>
                <a:latin typeface="Liberation Sans"/>
                <a:ea typeface="Liberation Sans"/>
                <a:cs typeface="Liberation Sans"/>
              </a:rPr>
              <a:t>StudyTime Grupo P    11 / 12</a:t>
            </a:r>
          </a:p>
        </p:txBody>
      </p:sp>
    </p:spTree>
    <p:extLst>
      <p:ext uri="{BB962C8B-B14F-4D97-AF65-F5344CB8AC3E}">
        <p14:creationId xmlns:p14="http://schemas.microsoft.com/office/powerpoint/2010/main" val="188663816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5A1B39-0843-4D8A-9C76-F9645F6F5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41147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300" b="1">
                <a:solidFill>
                  <a:srgbClr val="041147"/>
                </a:solidFill>
                <a:latin typeface="Liberation Sans"/>
                <a:ea typeface="Liberation Sans"/>
                <a:cs typeface="Liberation Sans"/>
              </a:rPr>
              <a:t>Defensa individual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1DBC1E-B70B-4432-8682-A85576524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438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0202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0">
                <a:solidFill>
                  <a:srgbClr val="202020"/>
                </a:solidFill>
                <a:latin typeface="Liberation Sans"/>
                <a:ea typeface="Liberation Sans"/>
                <a:cs typeface="Liberation Sans"/>
              </a:rPr>
              <a:t>Cada integrante dispone de 5 minutos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0202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0">
                <a:solidFill>
                  <a:srgbClr val="202020"/>
                </a:solidFill>
                <a:latin typeface="Liberation Sans"/>
                <a:ea typeface="Liberation Sans"/>
                <a:cs typeface="Liberation Sans"/>
              </a:rPr>
              <a:t>Propósito y explicación del módulo</a:t>
            </a:r>
          </a:p>
          <a:p xmlns:a="http://schemas.openxmlformats.org/drawingml/2006/main">
            <a:pPr>
              <a:defRPr sz="2250" b="0">
                <a:solidFill>
                  <a:srgbClr val="20202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0">
                <a:solidFill>
                  <a:srgbClr val="202020"/>
                </a:solidFill>
                <a:latin typeface="Liberation Sans"/>
                <a:ea typeface="Liberation Sans"/>
                <a:cs typeface="Liberation Sans"/>
              </a:rPr>
              <a:t>Demostración en la aplicación</a:t>
            </a:r>
          </a:p>
          <a:p xmlns:a="http://schemas.openxmlformats.org/drawingml/2006/main">
            <a:pPr>
              <a:defRPr sz="2250" b="0">
                <a:solidFill>
                  <a:srgbClr val="20202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0">
                <a:solidFill>
                  <a:srgbClr val="202020"/>
                </a:solidFill>
                <a:latin typeface="Liberation Sans"/>
                <a:ea typeface="Liberation Sans"/>
                <a:cs typeface="Liberation Sans"/>
              </a:rPr>
              <a:t>Seguimiento de una función en código</a:t>
            </a:r>
          </a:p>
          <a:p xmlns:a="http://schemas.openxmlformats.org/drawingml/2006/main">
            <a:pPr>
              <a:defRPr sz="2250" b="0">
                <a:solidFill>
                  <a:srgbClr val="20202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0">
                <a:solidFill>
                  <a:srgbClr val="202020"/>
                </a:solidFill>
                <a:latin typeface="Liberation Sans"/>
                <a:ea typeface="Liberation Sans"/>
                <a:cs typeface="Liberation Sans"/>
              </a:rPr>
              <a:t>Caso de error y límite observado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0202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0">
                <a:solidFill>
                  <a:srgbClr val="202020"/>
                </a:solidFill>
                <a:latin typeface="Liberation Sans"/>
                <a:ea typeface="Liberation Sans"/>
                <a:cs typeface="Liberation Sans"/>
              </a:rPr>
              <a:t>Guía detallada en GUIA_DEFENSA.md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0C6C78-5141-42DB-9AAA-A9933C253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484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95959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95959"/>
                </a:solidFill>
                <a:latin typeface="Liberation Sans"/>
                <a:ea typeface="Liberation Sans"/>
                <a:cs typeface="Liberation Sans"/>
              </a:rPr>
              <a:t>StudyTime Grupo P    12 / 12</a:t>
            </a:r>
          </a:p>
        </p:txBody>
      </p:sp>
    </p:spTree>
    <p:extLst>
      <p:ext uri="{BB962C8B-B14F-4D97-AF65-F5344CB8AC3E}">
        <p14:creationId xmlns:p14="http://schemas.microsoft.com/office/powerpoint/2010/main" val="14833774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2026-10-05T20:54:05.0920000Z</dcterms:created>
  <dcterms:modified xsi:type="dcterms:W3CDTF">2026-10-05T20:54:05.0920000Z</dcterms:modified>
</coreProperties>
</file>